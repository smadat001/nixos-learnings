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message: NixOS is definition-driven; RHEL is command-driven.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set the mental model before going into filesystems and package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pipeline-like NixOS model with the live-state RHEL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NixOS never edits package files in place; it keeps versioned store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NixOS can keep old and new versions simultaneously because each build is isolated.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simple; the goal is to show that Nix builds software in ordered phases, not by direct installation.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visual distinction here is safety: NixOS creates a new generation instead of changing the current one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connects the philosophy back to a familiar example: nginx service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recap slide to tie the entire story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single-sentence contrast.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NixOS vs RHEL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0" y="640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comparison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74536"/>
            <a:ext cx="3108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presentation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22960"/>
            <a:ext cx="111556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88720"/>
            <a:ext cx="4846320" cy="4023360"/>
          </a:xfrm>
          <a:prstGeom prst="roundRect">
            <a:avLst>
              <a:gd name="adj" fmla="val 1818"/>
            </a:avLst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554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NixOS vs RHEL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22860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difference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filesystem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flow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design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FD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draft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261872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EEF8F6"/>
          </a:solidFill>
          <a:ln w="12700">
            <a:solidFill>
              <a:srgbClr val="C7EFE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27064" y="1371600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NixOS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27064" y="166420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Declarative, immutable, reproducible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246888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5F3"/>
          </a:solidFill>
          <a:ln w="12700">
            <a:solidFill>
              <a:srgbClr val="F7D6C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27064" y="2578608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27064" y="2871216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Imperative, mutable, enterprise traditional Linux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3675888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27064" y="3785616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message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27064" y="4078224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NixOS rebuilds the system from definition; RHEL modifies the existing system in place.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 picture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builds a system from a definition; the other changes the system state directly.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0FAF8"/>
          </a:solidFill>
          <a:ln w="12700">
            <a:solidFill>
              <a:srgbClr val="CBEF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0664" y="1527048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NixOS = declarative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0664" y="1819656"/>
            <a:ext cx="51480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describe the desired outcome in configuration.nix.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then evaluated, built, and activated as a complete result.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7F4"/>
          </a:solidFill>
          <a:ln w="12700">
            <a:solidFill>
              <a:srgbClr val="F7D8C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18504" y="1527048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RHEL = imperative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18504" y="1819656"/>
            <a:ext cx="51480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run commands step by step: install, edit, enable, start.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machine changes as those commands are applied.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27D9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system is formed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EEF8F6"/>
          </a:solidFill>
          <a:ln w="12700">
            <a:solidFill>
              <a:srgbClr val="C7EFE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03504" y="152704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configuration.nix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181965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1572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CFE0F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35000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5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" y="264261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plan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468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EEF8F6"/>
          </a:solidFill>
          <a:ln w="12700">
            <a:solidFill>
              <a:srgbClr val="C7EFE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" y="326440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" y="355701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derivation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3383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" y="417880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/nix/store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" y="447141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4297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498348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EEF8F6"/>
          </a:solidFill>
          <a:ln w="12700">
            <a:solidFill>
              <a:srgbClr val="C7EFE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" y="509320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" y="538581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activated system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7F4"/>
          </a:solidFill>
          <a:ln w="12700">
            <a:solidFill>
              <a:srgbClr val="F7D8C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01184" y="15270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command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01184" y="181965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dnf / systemctl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1572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754880" y="22402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1EB"/>
          </a:solidFill>
          <a:ln w="12700">
            <a:solidFill>
              <a:srgbClr val="F7D8C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01184" y="23500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manager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01184" y="264261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RPM transaction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2468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754880" y="31546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7F4"/>
          </a:solidFill>
          <a:ln w="12700">
            <a:solidFill>
              <a:srgbClr val="F7D8C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01184" y="32644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installed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01184" y="355701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/usr /etc /var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12280" y="3383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754880" y="40690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1EB"/>
          </a:solidFill>
          <a:ln w="12700">
            <a:solidFill>
              <a:srgbClr val="F7D8C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01184" y="4178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changes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01184" y="447141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machine updated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12280" y="4297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754880" y="49834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7F4"/>
          </a:solidFill>
          <a:ln w="12700">
            <a:solidFill>
              <a:srgbClr val="F7D8C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01184" y="50932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system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01184" y="538581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 in place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35240" y="1645920"/>
            <a:ext cx="3931920" cy="4069080"/>
          </a:xfrm>
          <a:prstGeom prst="roundRect">
            <a:avLst>
              <a:gd name="adj" fmla="val 1860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781544" y="175564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81544" y="2048256"/>
            <a:ext cx="3639312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NixOS creates a new system version every time the configuration changes.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RHEL applies commands directly to the live system, so the machine evolves step by step.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Filesystem layout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NixOS uses an immutable store; RHEL uses the traditional Linux filesystem hierarchy.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0FAF8"/>
          </a:solidFill>
          <a:ln w="12700">
            <a:solidFill>
              <a:srgbClr val="CBEF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0664" y="1527048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NixOS filesystem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0664" y="1819656"/>
            <a:ext cx="505663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/nix/store/  immutable packages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/run/current-system/  active system pointer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/nix/var/nix/profiles/  generations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/etc  mostly symlinked config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7F4"/>
          </a:solidFill>
          <a:ln w="12700">
            <a:solidFill>
              <a:srgbClr val="F7D8C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9944" y="1527048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RHEL filesystem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9944" y="1819656"/>
            <a:ext cx="505663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/etc  configuration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/usr  binaries and libraries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/var  logs and application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/bin, /sbin, /lib  standard system paths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62472" y="1645920"/>
            <a:ext cx="0" cy="374904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440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C43"/>
                </a:solidFill>
              </a:rPr>
              <a:t>immutable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5440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4A34"/>
                </a:solidFill>
              </a:rPr>
              <a:t>mutable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Dependency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versioning is one of the biggest reasons NixOS feels different.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EEF8F6"/>
          </a:solidFill>
          <a:ln w="12700">
            <a:solidFill>
              <a:srgbClr val="C7EFE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57276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NixOS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1865376"/>
            <a:ext cx="496519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/nix/store/hash-glibc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/nix/store/hash-openssl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/nix/store/hash-nginx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package keeps exact dependency paths.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versions can live together.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7F4"/>
          </a:solidFill>
          <a:ln w="12700">
            <a:solidFill>
              <a:srgbClr val="F7D8C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5664" y="157276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55664" y="1865376"/>
            <a:ext cx="496519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/usr/lib/libc.so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/usr/lib/libssl.so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/usr/sbin/nginx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libraries are updated in place.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uses one active version at a time.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5440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6C43"/>
                </a:solidFill>
              </a:rPr>
              <a:t>NixOS: no dependency conflict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5440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A34"/>
                </a:solidFill>
              </a:rPr>
              <a:t>RHEL: shared state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Nix package is built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is processed through phases before it is placed in the store.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EEF8F6"/>
          </a:solidFill>
          <a:ln w="12700">
            <a:solidFill>
              <a:srgbClr val="C7EFE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938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2231136"/>
            <a:ext cx="1444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95728" y="22402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7B9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14600" y="182880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60904" y="1938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60904" y="2231136"/>
            <a:ext cx="1444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fixes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70248" y="22402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7B9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EEF8F6"/>
          </a:solidFill>
          <a:ln w="12700">
            <a:solidFill>
              <a:srgbClr val="C7EFE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35424" y="1938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35424" y="2231136"/>
            <a:ext cx="1444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build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22402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7B9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182880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9944" y="1938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9944" y="2231136"/>
            <a:ext cx="1444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19288" y="22402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7B9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38160" y="182880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EEF8F6"/>
          </a:solidFill>
          <a:ln w="12700">
            <a:solidFill>
              <a:srgbClr val="C7EFE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84464" y="1938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84464" y="2231136"/>
            <a:ext cx="1444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into output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93808" y="22402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7B9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012680" y="182880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158984" y="1938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fixup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58984" y="2231136"/>
            <a:ext cx="1444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cleanup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3566160"/>
            <a:ext cx="1033272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60704" y="3675888"/>
            <a:ext cx="10040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60704" y="3968496"/>
            <a:ext cx="100401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phase runs in a controlled way, which helps Nix create reproducible and isolated build outputs.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Updates and rollback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EEF8F6"/>
          </a:solidFill>
          <a:ln w="12700">
            <a:solidFill>
              <a:srgbClr val="C7EFE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86384" y="157276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NixOS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" y="1865376"/>
            <a:ext cx="496519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change config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build new generation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switch to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rollback to old generation if needed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7F4"/>
          </a:solidFill>
          <a:ln w="12700">
            <a:solidFill>
              <a:srgbClr val="F7D8C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55664" y="157276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55664" y="1865376"/>
            <a:ext cx="496519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update packages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overwrite files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system runs with new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recovery usually depends on backups or snapshots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4406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6C43"/>
                </a:solidFill>
              </a:rPr>
              <a:t>atomic switch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54406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A34"/>
                </a:solidFill>
              </a:rPr>
              <a:t>in-place change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Configuration and services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0FAF8"/>
          </a:solidFill>
          <a:ln w="12700">
            <a:solidFill>
              <a:srgbClr val="CBEF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86384" y="161848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NixOS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" y="1911096"/>
            <a:ext cx="496519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services.nginx.enable = true;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service is declared in the system configuration.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service setup is generated from that declaration.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50876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7F4"/>
          </a:solidFill>
          <a:ln w="12700">
            <a:solidFill>
              <a:srgbClr val="F7D8C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55664" y="161848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55664" y="1911096"/>
            <a:ext cx="496519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dnf install nginx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systemctl enable nginx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systemctl start nginx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service is installed and managed by commands on the live system.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5440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6C43"/>
                </a:solidFill>
              </a:rPr>
              <a:t>declarative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52360" y="5440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A34"/>
                </a:solidFill>
              </a:rPr>
              <a:t>imperative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unique, and what is familiar?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Area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50876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645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NixOS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06440" y="150876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645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RHEL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0" y="1508760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645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084832"/>
            <a:ext cx="228600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0370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Filesystem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084832"/>
            <a:ext cx="246888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220370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/nix/store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2084832"/>
            <a:ext cx="246888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9592" y="220370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/etc /usr /var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2084832"/>
            <a:ext cx="23317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220370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immutable vs mutable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907792"/>
            <a:ext cx="228600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02666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Changes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907792"/>
            <a:ext cx="246888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302666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new generation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06440" y="2907792"/>
            <a:ext cx="246888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9592" y="302666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modify live system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0" y="2907792"/>
            <a:ext cx="23317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302666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rebuild vs edit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730752"/>
            <a:ext cx="228600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84962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Packages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3730752"/>
            <a:ext cx="246888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384962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isolated builds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06440" y="3730752"/>
            <a:ext cx="246888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9592" y="384962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shared libraries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12480" y="3730752"/>
            <a:ext cx="23317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85632" y="3849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no conflicts vs shared state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553712"/>
            <a:ext cx="228600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467258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Rollback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4553712"/>
            <a:ext cx="246888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73552" y="46725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built 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06440" y="4553712"/>
            <a:ext cx="246888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9592" y="46725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manual recovery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12480" y="4553712"/>
            <a:ext cx="23317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85632" y="467258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safe updates vs recovery work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7240" y="5623560"/>
            <a:ext cx="10744200" cy="411480"/>
          </a:xfrm>
          <a:prstGeom prst="roundRect">
            <a:avLst>
              <a:gd name="adj" fmla="val 17778"/>
            </a:avLst>
          </a:prstGeom>
          <a:solidFill>
            <a:srgbClr val="EEF4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23544" y="5733288"/>
            <a:ext cx="10451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difference is not just package names or services — it is the way the operating system is constructed and updated.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23544" y="6025896"/>
            <a:ext cx="10451592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E9F8F4"/>
          </a:solidFill>
          <a:ln w="12700">
            <a:solidFill>
              <a:srgbClr val="9DDDCB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86384" y="152704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NixOS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" y="1819656"/>
            <a:ext cx="4965192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the system from a single definition.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versions isolated.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atomic upgrades and rollback.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1EB"/>
          </a:solidFill>
          <a:ln w="12700">
            <a:solidFill>
              <a:srgbClr val="F7CDB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01384" y="152704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01384" y="1819656"/>
            <a:ext cx="4965192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the live system directly.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the standard Linux filesystem layout.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Fits traditional enterprise administration.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NixOS creates new systems. RHEL changes existing systems.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NixOS vs RHEL: Architecture Deep Dive</dc:title>
  <dc:subject>NixOS vs RHEL architecture</dc:subject>
  <dc:creator>OpenAI</dc:creator>
  <cp:lastModifiedBy>OpenAI</cp:lastModifiedBy>
  <cp:revision>1</cp:revision>
  <dcterms:created xsi:type="dcterms:W3CDTF">2026-04-06T08:54:45Z</dcterms:created>
  <dcterms:modified xsi:type="dcterms:W3CDTF">2026-04-06T08:54:45Z</dcterms:modified>
</cp:coreProperties>
</file>